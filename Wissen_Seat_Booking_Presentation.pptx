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Wissen Seat Booking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modern, intelligent desk allocation solution</a:t>
            </a:r>
          </a:p>
          <a:p>
            <a:r>
              <a:t>Final Submission - 4 PM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Requirements &amp;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Capacity Constraint: 50 Total Office Seats vs 80 Employees</a:t>
            </a:r>
          </a:p>
          <a:p>
            <a:r>
              <a:t>Workforce Distribution:</a:t>
            </a:r>
          </a:p>
          <a:p>
            <a:pPr lvl="1"/>
            <a:r>
              <a:t>- 10 Squads (8 members each) = 80 Total Members</a:t>
            </a:r>
          </a:p>
          <a:p>
            <a:pPr lvl="1"/>
            <a:r>
              <a:t>- Split into Batches: Batch 1 (40) vs Batch 2 (40)</a:t>
            </a:r>
          </a:p>
          <a:p>
            <a:r>
              <a:t>Designated Attendance Days:</a:t>
            </a:r>
          </a:p>
          <a:p>
            <a:pPr lvl="1"/>
            <a:r>
              <a:t>- Batch 1: Mon, Tue, Wed</a:t>
            </a:r>
          </a:p>
          <a:p>
            <a:pPr lvl="1"/>
            <a:r>
              <a:t>- Batch 2: Thu, Fri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Allocation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Designated Seats:</a:t>
            </a:r>
          </a:p>
          <a:p>
            <a:pPr lvl="1"/>
            <a:r>
              <a:t>- Auto-assigned to respective batches on their designated days.</a:t>
            </a:r>
          </a:p>
          <a:p>
            <a:pPr lvl="1"/>
            <a:r>
              <a:t>- Can be booked at any time on the given day.</a:t>
            </a:r>
          </a:p>
          <a:p>
            <a:r>
              <a:t>Buffer / Floating Seats (10 Seats):</a:t>
            </a:r>
          </a:p>
          <a:p>
            <a:pPr lvl="1"/>
            <a:r>
              <a:t>- Essential for cross-batch collaboration (e.g., Batch 1 employee working on Thursday).</a:t>
            </a:r>
          </a:p>
          <a:p>
            <a:pPr lvl="1"/>
            <a:r>
              <a:t>- Time Gate: Can ONLY be booked after 3 PM the day prior to ensure fair forecasting.</a:t>
            </a:r>
          </a:p>
          <a:p>
            <a:r>
              <a:t>Dynamic Resourcing:</a:t>
            </a:r>
          </a:p>
          <a:p>
            <a:pPr lvl="1"/>
            <a:r>
              <a:t>- When an employee releases a 'Designated' seat they aren't using, it is automatically converted into a 'Floating' seat for that day, expanding the pool for others instantly.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 &amp; USP (Unique Selling Proposition)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Modern Tech Stack:</a:t>
            </a:r>
          </a:p>
          <a:p>
            <a:pPr lvl="1"/>
            <a:r>
              <a:t>- Frontend: React (Vite), Tailwind CSS, Shadcn UI Components (Sonner Toasts)</a:t>
            </a:r>
          </a:p>
          <a:p>
            <a:pPr lvl="1"/>
            <a:r>
              <a:t>- Backend: Node.js (Express), Server-less configuration</a:t>
            </a:r>
          </a:p>
          <a:p>
            <a:pPr lvl="1"/>
            <a:r>
              <a:t>- Database: Firebase Firestore Add-Ons</a:t>
            </a:r>
          </a:p>
          <a:p>
            <a:r>
              <a:t>USPs (Unique Selling Propositions):</a:t>
            </a:r>
          </a:p>
          <a:p>
            <a:pPr lvl="1"/>
            <a:r>
              <a:t>1. Socket.io Real-Time Synchronization: Instantly updates 'Available Buffer Seats' globally for all connected employees the millisecond someone confirms or cancels a booking. Say goodbye to race conditions.</a:t>
            </a:r>
          </a:p>
          <a:p>
            <a:pPr lvl="1"/>
            <a:r>
              <a:t>2. Security &amp; Dynamics: Git scraped of hardcoded API keys. Dynamic profile page allowing you to simulate different batch/squad roles instantly.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